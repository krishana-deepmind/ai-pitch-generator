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swiggy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18FDE"/>
                </a:solidFill>
                <a:latin typeface="Calibri"/>
              </a:defRPr>
            </a:pPr>
            <a:r>
              <a:t>Medical Insurance — Tailored Coverage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36576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Prepared by Marsh |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52C2"/>
                </a:solidFill>
                <a:latin typeface="Calibri"/>
              </a:defRPr>
            </a:pPr>
            <a:r>
              <a:t>MARSH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Company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Large Indian food‑delivery platform with 10,000+ employees across office, contract riders and seasonal staff.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Workforce split: full‑time office staff (standard hours) and delivery riders (irregular, night shifts, high road exposure).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Key health risk exposures: musculoskeletal strain, traffic accidents, mental‑stress from performance targets, food‑borne illness risk, sedentary office lifestyle.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High absenteeism risk if medical issues are not promptly addressed.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Why Choose Marsh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Global insurance advisory backed by data‑driven risk analytics for on‑demand logistics.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Dedicated claims advocacy team that fast‑tracks road‑accident and injury settlements for rider fleets.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Tailored benefit design that aligns group medical plans with both office and contract‑worker demographics.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24/7 support centre in 10 languages to match Swiggy’s multilingual rider network.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Policy Benefits Mapped to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Day‑1 cover for 7 chronic conditions (asthma, hypertension, high cholesterol, diabetes) – zero waiting period for riders with pre‑existing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Pre‑existing disease waiting period limited to 36 months – reduces long‑term coverage gaps for office staff.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Domiciliary hospitalization benefit (optional add‑on) – supports riders who may need home‑based care after road incidents.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Care OPD &amp; advanced care coverage – provides outpatient treatment for musculoskeletal injuries and mental‑health consultations.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HDFC ERGO cashless network of ~16,000 providers and 98% claim payout ratio – ensures easy access to care for both riders and office employees.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Coverage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Care Health (Care Supreme): 36‑month pre‑existing disease waiting, optional domiciliary add‑on, OPD &amp; advanced care.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ABHI: Day‑1 cover for 7 chronic conditions, zero waiting for listed illnesses.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HDFC ERGO Optima Secure+: Infinite Benefit adds 100% of base sum insured, 16,000 cashless providers, 98% payout ratio.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Recommended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Select Care Health – Care Supreme Group Medical Insurance for Swiggy.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Benefit: 36‑month pre‑existing disease waiting period aligns with long‑term rider contracts.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Benefit: Day‑1 cover for asthma, hypertension, high cholesterol, diabetes eliminates delay for chronic conditions common in high‑stress roles.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Benefit: Optional domiciliary hospitalization add‑on supports home‑based recovery after road accidents.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Benefit: Included OPD &amp; advanced care coverage addresses musculoskeletal and mental‑health needs.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OUR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Care Health – Care Supreme Group Medical Insurance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0058400" cy="2286000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Why This Policy?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  <a:r>
              <a:t>Care Supreme provides the shortest waiting period for chronic conditions, a manageable 36‑month pre‑existing disease clause, and optional domiciliary and OPD benefits that directly address Swiggy’s rider injury and office‑staff wellness risks.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27432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Contact your Marsh advisor to discuss this recommendation.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