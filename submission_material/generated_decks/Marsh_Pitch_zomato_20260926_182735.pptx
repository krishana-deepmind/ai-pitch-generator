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zomato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18FDE"/>
                </a:solidFill>
                <a:latin typeface="Calibri"/>
              </a:defRPr>
            </a:pPr>
            <a:r>
              <a:t>Medical Insurance — Tailored Coverage Proposal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0"/>
            <a:ext cx="36576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Prepared by Marsh |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5669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052C2"/>
                </a:solidFill>
                <a:latin typeface="Calibri"/>
              </a:defRPr>
            </a:pPr>
            <a:r>
              <a:t>MARSH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00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1F5B"/>
                </a:solidFill>
                <a:latin typeface="Calibri"/>
              </a:defRPr>
            </a:pPr>
            <a:r>
              <a:t>Company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Large online food‑ordering platform headquartered in Mumbai with 10,000+ employees.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Workforce mix: full‑time office staff, part‑time delivery drivers and gig‑workers on shift‑based schedules.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Key health exposures: high stress, repetitive‑strain injuries, food‑borne pathogen contact, traffic accidents, infectious disease risk.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Young, tech‑savvy demographic increases reliance on digital tools and prolonged screen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MARSH —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00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1F5B"/>
                </a:solidFill>
                <a:latin typeface="Calibri"/>
              </a:defRPr>
            </a:pPr>
            <a:r>
              <a:t>Why Choose Marsh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Global advisory network that translates complex health‑risk data into tailored insurance solutions.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Dedicated claims advocacy team that accelerates settlement for high‑volume corporate groups.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Proactive wellness analytics to identify stress‑related trends and recommend preventive programs.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Experience in structuring group medical plans for gig‑economy and shift‑based workforces.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MARSH —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00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1F5B"/>
                </a:solidFill>
                <a:latin typeface="Calibri"/>
              </a:defRPr>
            </a:pPr>
            <a:r>
              <a:t>Policy Benefits Mapped to Zomato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Day‑1 cover for chronic conditions (asthma, hypertension, high cholesterol, diabetes) – mitigates stress‑related health issues without waiting period (ABHI).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Pre‑existing disease waiting period of 36 months – provides clear timeline for conditions that may arise from repetitive strain (Care Health).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Infinite Beneft* adds 100 % of base sum insured at no extra cost – strengthens coverage for accidental injuries common among delivery drivers (HDFC ERGO).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24 × 7 multilingual call centre – supports a diverse, shift‑based workforce needing round‑the‑clock assistance (HDFC ERGO).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~16,000 cashless provider network and 98 % claim‑payout ratio – ensures rapid treatment for food‑borne or traffic‑related injuries (HDFC ERGO).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MARSH —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00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1F5B"/>
                </a:solidFill>
                <a:latin typeface="Calibri"/>
              </a:defRPr>
            </a:pPr>
            <a:r>
              <a:t>Coverage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ABHI – Day‑1 chronic condition cover; no waiting period for listed 4 conditions.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Care Health – 36‑month pre‑existing disease waiting period; optional domiciliary hospitalization add‑on.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HDFC ERGO Optima Secure+ – Infinite Beneft (100 % SI uplift), 16k cashless hospitals, 98 % payout, 24 × 7 call centre.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All three provide group medical structures; HDFC offers the broadest network and immediate SI boost.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MARSH —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00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1F5B"/>
                </a:solidFill>
                <a:latin typeface="Calibri"/>
              </a:defRPr>
            </a:pPr>
            <a:r>
              <a:t>Recommended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Select HDFC ERGO Optima Secure+ as the primary group medical plan.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Leverage Infinite Beneft* to automatically double the base sum insured for accidental injury claims.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Utilise the 16,000‑hospital cashless network for rapid treatment of food‑borne or traffic‑related incidents.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Benefit from 24 × 7 multilingual support to serve shift‑based and gig workers across India.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MARSH —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OUR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HDFC ERGO Optima Secure+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10058400" cy="2286000"/>
          </a:xfrm>
          <a:prstGeom prst="round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92608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  <a:latin typeface="Calibri"/>
              </a:defRPr>
            </a:pPr>
            <a:r>
              <a:t>Why This Policy?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47472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2F5"/>
                </a:solidFill>
                <a:latin typeface="Calibri"/>
              </a:defRPr>
            </a:pPr>
            <a:r>
              <a:t>The policy delivers a 100 % SI uplift, a massive cashless hospital network and 24/7 multilingual support, directly addressing Zomato’s accident, stress‑related health and shift‑work challenges.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27432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Contact your Marsh advisor to discuss this recommendation.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