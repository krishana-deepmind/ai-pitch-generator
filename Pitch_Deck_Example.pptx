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Tata Consultancy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18FDE"/>
                </a:solidFill>
                <a:latin typeface="Calibri"/>
              </a:defRPr>
            </a:pPr>
            <a:r>
              <a:t>Medical Insurance — Tailored Coverage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36576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Prepared by Marsh |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52C2"/>
                </a:solidFill>
                <a:latin typeface="Calibri"/>
              </a:defRPr>
            </a:pPr>
            <a:r>
              <a:t>MARSH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Understanding TCS: The Health Profile of a High-Pressure IT Workforce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Strategic Risk Analysis for 500,000+ 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Workforce Demographics: Predominantly young to middle-aged professionals (20-45) in urban hubs (Mumbai, Bangalore, Hyderabad) engaged in sedentary, knowledge-based work.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Primary Health Exposure: High prevalence of chronic stress, mental fatigue, and burnout due to high-pressure project deadlines and long working hours.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Lifestyle-Related Risks: Significant exposure to cardiovascular disease, obesity, and musculoskeletal disorders from prolonged desk work and lack of physical activity.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Operational Risks: Digital eye strain from extensive screen time and travel-related health incidents including infectious disease exposure during domestic and international business trips.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Business Impact: Unmitigated health risks lead to high medical claims, decreased immunity, and significant productivity losses for a large-scale IT organization.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008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1F5B"/>
                </a:solidFill>
                <a:latin typeface="Calibri"/>
              </a:defRPr>
            </a:pPr>
            <a:r>
              <a:t>The Marsh Advantage: Advisory Expertise &amp; Global Advocacy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Navigating Complex Group Medical Insurance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Advisory Expertise: Marsh provides independent, data-driven analysis to tailor group medical schemes to the specific demographic and risk profile of your 500,000+ employee base.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Claims Advocacy: We act as your advocate during claims, ensuring fair and timely settlements for employees facing complex chronic or travel-related health issues.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Global Network: Leveraging our global presence to support TCS employees with consistent healthcare access and coverage understanding across domestic and international business trips.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Risk Mitigation Strategy: We help you move beyond basic coverage to comprehensive risk management, reducing productivity losses associated with employee burnout and chronic illness.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Value Proposition: Marsh ensures you are not just buying insurance, but building a resilient health ecosystem that supports employee well-being and business continuity.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MARSH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OUR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0058400" cy="2286000"/>
          </a:xfrm>
          <a:prstGeom prst="round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Why This Policy?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2743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Contact your Marsh advisor to discuss this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